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75f447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75f44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b75f4472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b75f4472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75f447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b75f447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b75f4472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b75f4472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Meta Atom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"digital library" that links nanostructure geometry to its optical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Lock down manufacturing rules with the fab (e.g., materials, minimum feature size, spacing).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Simulate meta-atom with Ansys Lumerical or similar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LookUp Table (LUT).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Database that maps geometry parameters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Library development and P-cell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 the creation of complex metalens layouts from simple, high-level inputs (λ, NA, FOV, polarization)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scripts that generate layouts automatically.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high-level parameters like focal length, numerical aperture, and wavelength.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P-cell script uses the LUT to calculate and place millions of individual meta-atoms, generating a final GDSII layout file.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P-cells for all needed components: focusing lenses, collimators, beam steerers, etc.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Verification &amp; Manufacturability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every design is physically manufacturable and optically correct before fabrication.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Rule Checking (DRC):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Automatically flags violations like features that are too small or too close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Functional Verification (LVS):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Compares the generated phase profile of the layout against the ideal theoretical profile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program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50" y="1059376"/>
            <a:ext cx="7990825" cy="41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